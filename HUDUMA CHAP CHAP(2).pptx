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579b5513a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579b5513a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579b5513a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579b5513a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79b5513a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79b5513a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579b5513a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5579b5513a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579b5513a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5579b5513a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579b5513a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579b5513a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579b5513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579b5513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579b5513a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579b5513a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HUDUMA CHAPCHAP</a:t>
            </a:r>
            <a:endParaRPr b="1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Fourth Impact, Technovation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5442275" y="1163100"/>
            <a:ext cx="3528600" cy="26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we’re overwhelmed, and we desperately need help.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Helpers are everywhere, but how can they know we need help?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2"/>
            <a:ext cx="5442262" cy="48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331975" y="1461125"/>
            <a:ext cx="4603200" cy="20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65% of the youth in Kenya remains unemployed making one of every five youth  unemployment.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Therefore we aim to eradicate poverty, promote </a:t>
            </a:r>
            <a:r>
              <a:rPr lang="en"/>
              <a:t>entrepreneurship</a:t>
            </a:r>
            <a:r>
              <a:rPr lang="en"/>
              <a:t> and create jobs.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175" y="3678488"/>
            <a:ext cx="1234449" cy="123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625" y="3680017"/>
            <a:ext cx="1234450" cy="123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311350"/>
            <a:ext cx="3798450" cy="20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766325" y="1165875"/>
            <a:ext cx="4111800" cy="19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came up with an app that links service providers with prospective customers.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Services: </a:t>
            </a:r>
            <a:r>
              <a:rPr b="1" lang="en"/>
              <a:t>cleaning, electronic repair, gardening and gas delivery</a:t>
            </a:r>
            <a:endParaRPr b="1"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00" y="518700"/>
            <a:ext cx="2149256" cy="382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2756" y="518700"/>
            <a:ext cx="2149256" cy="382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446275" y="1300925"/>
            <a:ext cx="4320600" cy="22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52 million Kenyans own Smartphones and 43 million are internet users.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200"/>
              <a:t>Why then not link service providers with customers?</a:t>
            </a:r>
            <a:r>
              <a:rPr lang="en"/>
              <a:t> </a:t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0925"/>
            <a:ext cx="3931926" cy="22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Competitors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855225" y="1500375"/>
            <a:ext cx="4408800" cy="19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Lynk - they do not guarantee any follow up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FundiChapChap - they focus specifically on repair services.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Kazi - they do not offer domestic services such as cleaning</a:t>
            </a:r>
            <a:endParaRPr sz="1700"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0374"/>
            <a:ext cx="3855213" cy="191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Plan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034800" y="1463150"/>
            <a:ext cx="4732200" cy="18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Earn income through registration fees, 3% transaction charges, </a:t>
            </a:r>
            <a:r>
              <a:rPr lang="en" sz="2400"/>
              <a:t>advertisements</a:t>
            </a:r>
            <a:r>
              <a:rPr lang="en" sz="2400"/>
              <a:t> and premium features.</a:t>
            </a:r>
            <a:endParaRPr sz="2400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3150"/>
            <a:ext cx="3411864" cy="19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Future?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4266600" y="1634500"/>
            <a:ext cx="4877400" cy="15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 beyond Kenyan border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Increase variety of services offered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Make our app available in new market; iOS.</a:t>
            </a:r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6975"/>
            <a:ext cx="3961798" cy="2443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703325" y="285750"/>
            <a:ext cx="5174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47974" cy="13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65251"/>
            <a:ext cx="1347975" cy="134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424173"/>
            <a:ext cx="4273438" cy="20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874775" y="1657375"/>
            <a:ext cx="4937700" cy="16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/>
              <a:t>TOGETHER WE CAN MAKE AN IMPACT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